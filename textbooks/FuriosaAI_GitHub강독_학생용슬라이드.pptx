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FuriosaAI GitHub 코드 강독 | 학생 배포용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8C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7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RNGD 소프트웨어 스택을 소스로 읽는다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86384" y="182880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FuriosaAI GitHub</a:t>
            </a:r>
            <a:endParaRPr lang="en-US" sz="4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강독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지형도 · 강독 3단계 방법론 · 레퍼런스 앱 · 양자화 레시피 · K8s 운영 스택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526280"/>
            <a:ext cx="2926080" cy="0"/>
          </a:xfrm>
          <a:prstGeom prst="line">
            <a:avLst/>
          </a:prstGeom>
          <a:noFill/>
          <a:ln w="25400">
            <a:solidFill>
              <a:srgbClr val="17C3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대학생·대학원생(AI/컴퓨터공학 계열)      </a:t>
            </a:r>
            <a:pPr indent="0" marL="0">
              <a:buNone/>
            </a:pPr>
            <a:r>
              <a:rPr lang="en-US" sz="1350" b="1" dirty="0">
                <a:solidFill>
                  <a:srgbClr val="17C3A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180분(강독+실습+발표)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기준: github.com/furiosa-ai 공개 저장소 149개(2026년 7월 조회) · HF 리뷰 분석 강의의 후속 모듈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8C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ORIENTATION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목표: 이 강의가 끝나면 할 수 있는 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201400" cy="932688"/>
          </a:xfrm>
          <a:prstGeom prst="roundRect">
            <a:avLst>
              <a:gd name="adj" fmla="val 588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52704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지형도 해독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97680" y="1508760"/>
            <a:ext cx="7223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149개 공개 저장소를 군(실습 핵심·운영·연구·제외)으로 분류하고 활성도 신호를 읽는다.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459736"/>
            <a:ext cx="11201400" cy="932688"/>
          </a:xfrm>
          <a:prstGeom prst="roundRect">
            <a:avLst>
              <a:gd name="adj" fmla="val 588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34056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569464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강독 3단계 수행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97680" y="2551176"/>
            <a:ext cx="7223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강독, 실행 재현, 변형 과제의 순서로 임의의 저장소를 분석하고 기록한다.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502152"/>
            <a:ext cx="11201400" cy="932688"/>
          </a:xfrm>
          <a:prstGeom prst="roundRect">
            <a:avLst>
              <a:gd name="adj" fmla="val 588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776472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6118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앱 실행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97680" y="3593592"/>
            <a:ext cx="7223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furiosa-apps의 앱 1종을 커밋 해시 고정과 함께 실행하고 결과를 기록한다.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4544568"/>
            <a:ext cx="11201400" cy="932688"/>
          </a:xfrm>
          <a:prstGeom prst="roundRect">
            <a:avLst>
              <a:gd name="adj" fmla="val 588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818888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818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65429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 레시피 이해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97680" y="4636008"/>
            <a:ext cx="7223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K-EXAONE 양자화 저장소의 파일 구조와 서브모듈 고정의 의미를 설명한다.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5586984"/>
            <a:ext cx="11201400" cy="932688"/>
          </a:xfrm>
          <a:prstGeom prst="roundRect">
            <a:avLst>
              <a:gd name="adj" fmla="val 588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861304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861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71600" y="569671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스택 조망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297680" y="5678424"/>
            <a:ext cx="7223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K8s 스택 5층위(장치·노드·클러스터·관측·검증)에 저장소를 배치한다.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ORIENTATION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흐름(180분)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201400" cy="731520"/>
          </a:xfrm>
          <a:prstGeom prst="roundRect">
            <a:avLst>
              <a:gd name="adj" fmla="val 75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63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40280" y="1463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GitHub인가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32120" y="1463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HF와의 역할 분담 · 149개 저장소 지형도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07040" y="14630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11201400" cy="731520"/>
          </a:xfrm>
          <a:prstGeom prst="roundRect">
            <a:avLst>
              <a:gd name="adj" fmla="val 75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860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40280" y="2286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강독 방법론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32120" y="22860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절차 · 기록 규율 · 선정 11종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0704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108960"/>
            <a:ext cx="11201400" cy="731520"/>
          </a:xfrm>
          <a:prstGeom prst="roundRect">
            <a:avLst>
              <a:gd name="adj" fmla="val 7500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08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40280" y="3108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1군 강독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32120" y="3108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앱 5종 · 양자화 레시피 · 평가 도구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607040" y="3108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11201400" cy="731520"/>
          </a:xfrm>
          <a:prstGeom prst="roundRect">
            <a:avLst>
              <a:gd name="adj" fmla="val 75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9319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40280" y="39319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2군 강독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32120" y="3931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K8s 운영 스택 5층위(종료 후 휴식 10분)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607040" y="39319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4754880"/>
            <a:ext cx="11201400" cy="731520"/>
          </a:xfrm>
          <a:prstGeom prst="roundRect">
            <a:avLst>
              <a:gd name="adj" fmla="val 7500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754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240280" y="4754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32120" y="4754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E 앱 실행 · 실습 F 강독 기록지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607040" y="4754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40분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5577840"/>
            <a:ext cx="11201400" cy="731520"/>
          </a:xfrm>
          <a:prstGeom prst="roundRect">
            <a:avLst>
              <a:gd name="adj" fmla="val 75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5778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240280" y="55778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발표·토론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532120" y="5577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강독 발표 · 시사점 · 토론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607040" y="55778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164592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3931920" y="2377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GitHub인가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3950208" y="3383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HF 페이지가 "무엇을 배포하는가"라면 GitHub 조직은 "어떻게 만드는가"다.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149개 공개 저장소의 지형도에서 회사의 엔지니어링 실체를 읽는다.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8C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관계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HF와 GitHub: 배포 창구와 엔지니어링 실체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291840"/>
          </a:xfrm>
          <a:prstGeom prst="roundRect">
            <a:avLst>
              <a:gd name="adj" fmla="val 166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Hugging Face 조직 페이지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산출물(사전 컴파일 모델 23종)의 유통</a:t>
            </a:r>
            <a:endParaRPr lang="en-US" sz="1300" dirty="0"/>
          </a:p>
          <a:p>
            <a:pPr marL="177800" indent="-1778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접점: 즉시 서빙 가능한 아티팩트</a:t>
            </a:r>
            <a:endParaRPr lang="en-US" sz="1300" dirty="0"/>
          </a:p>
          <a:p>
            <a:pPr marL="177800" indent="-1778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질문: "무엇을 지원하는가"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3291840"/>
          </a:xfrm>
          <a:prstGeom prst="roundRect">
            <a:avLst>
              <a:gd name="adj" fmla="val 1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조직(공개 149개)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10312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과정: 앱·양자화·운영 도구·의존성 포크</a:t>
            </a:r>
            <a:endParaRPr lang="en-US" sz="1300" dirty="0"/>
          </a:p>
          <a:p>
            <a:pPr marL="177800" indent="-1778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 접점: 실행·수정 가능한 소스</a:t>
            </a:r>
            <a:endParaRPr lang="en-US" sz="1300" dirty="0"/>
          </a:p>
          <a:p>
            <a:pPr marL="177800" indent="-1778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질문: "어떻게, 무엇에 투자해 만드는가"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고리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HF의 FP8 모델은 GitHub의 양자화 레시피(K-EXAONE)에서 나오고, HF의 서빙 명령은 GitHub의 레퍼런스 앱(furiosa-apps)에서 사용된다. 두 창을 오가며 읽어야 전체가 보인다.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지형도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지형도: 사전 조사 CSV 156행의 분포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914400"/>
                <a:gridCol w="3566160"/>
                <a:gridCol w="265176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활용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라이브러리·Rust/C/C++ 의존성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서빙 스택의 저수준 부품(포크)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아키텍처 통찰 소재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 추론·압축·평가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양자화·평가·서빙 계열 포크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3군 강독(대학원)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Furiosa 공식 SDK·운영 도구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개발 운영 스택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8A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2군 핵심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기타·확인 필요 / 비전·데모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22+13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식별 보류 · Warboy 1세대 유산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제외(비교 소재)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런타임 연동 / 하드웨어 설계·검증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12+12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ONNX 계열 · 칩 DV 도구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특강 트랙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연구 재현 / 클라우드 인프라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7+6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ICLR 2026 논문 2편 포함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세미나 트랙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공개 저장소는 149개(2026-07 조회)로 CSV(156행)와 차이가 있다. 수량 자체보다 "무엇이 최근에 움직이는가"가 핵심 신호다.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활성도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push가 말하는 것(2026-07 조회)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1848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2026-04-23 일제 갱신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566160" y="1618488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server-validation-tool · smi-go · feature-discovery · device-plugin · metrics-exporter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0" y="161848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K8s 운영 스택이 현재의 투자 중심 → 데이터센터 납품 국면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3580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2026-03~04 활동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66160" y="3035808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furiosa-apps · kotaemon · K-EXAONE 2종 · llm-compressor 포크 · xgrammar-rs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63840" y="303580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앱과 양자화·구조화출력 정비 → 서빙 생태계 성숙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45312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 정지(2022~23)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66160" y="4453128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Warboy 비전 데모(Spaces 연동 계열)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840" y="445312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1세대에서 2세대로 무게중심 이동의 물증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워크북 활동 6: 조회 시점의 상위 push 5개를 직접 확인해 기록한다.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164592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3931920" y="2377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강독 방법론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3950208" y="3383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"다 이해"하는 것이 목표가 아니다. 구조를 파악하고, 재현하고,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들어 변형하는 세 가지 능력을 기록으로 증명한다.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8C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방법론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강독 3단계: 정적 강독 → 실행 재현 → 변형 과제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743200"/>
          </a:xfrm>
          <a:prstGeom prst="roundRect">
            <a:avLst>
              <a:gd name="adj" fmla="val 2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8308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정적 강독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221992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624328"/>
            <a:ext cx="3118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README·구조·의존성·라이선스를 읽고 "존재 이유"를 한 문장으로 요약. 핵심 모듈 경로 3개 지목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50792" y="26974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15968" y="1600200"/>
            <a:ext cx="3520440" cy="2743200"/>
          </a:xfrm>
          <a:prstGeom prst="roundRect">
            <a:avLst>
              <a:gd name="adj" fmla="val 2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7136" y="178308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실행 재현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17136" y="2221992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17136" y="2624328"/>
            <a:ext cx="3118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 절차를 그대로 재현하고 로그·출력·지표를 기록. 실패도 원인 진단과 함께 기록 대상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18120" y="26974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83296" y="1600200"/>
            <a:ext cx="3520440" cy="2743200"/>
          </a:xfrm>
          <a:prstGeom prst="roundRect">
            <a:avLst>
              <a:gd name="adj" fmla="val 2000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4464" y="178308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변형 과제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84464" y="2221992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20~40%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84464" y="2624328"/>
            <a:ext cx="3118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가지만 바꾸어 결과 차이를 관찰하고, 차이가 발생한 코드 지점을 지목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828032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강독 발표 100점 = 구조 파악 25 + 실행 재현 25 + 변형·통찰 30 + 발표·기록 20. "실패한 재현"도 원인을 정확히 진단하면 동일하게 인정한다. 실습 F 기록지가 발표 원고가 된다.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기록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규율: 재현 가능한 강독의 세 가지 습관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91056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463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해시 고정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886200" y="1463040"/>
            <a:ext cx="7726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저장소는 계속 바뀐다. 어느 시점의 코드를 읽었는지 40자 해시로 남긴다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3774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일시 병기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886200" y="2377440"/>
            <a:ext cx="7726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수·다운로드 등 변동 수치에는 반드시 조회 일시를 붙인다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19856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291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 표기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886200" y="3291840"/>
            <a:ext cx="7726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코드에서 확인하지 못한 사항은 추정하지 말고 "(확인 필요)"로 남긴다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132430"/>
          </a:solidFill>
          <a:ln w="12700">
            <a:solidFill>
              <a:srgbClr val="132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453128"/>
            <a:ext cx="106619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https://github.com/furiosa-ai/&lt;repo&gt;.git &amp;&amp; cd &lt;repo&gt;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-1 --format="%H %cs"     # 예: 0e8915c... 2026-03-27  → 기록지에 그대로 옮긴다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규율은 논문 재현성(reproducibility)의 공학 버전이다. 보고서·논문에서 소스 코드를 인용할 때도 동일하게 적용한다.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선정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강독 대상: 1군 5종 + 2군 6종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06240"/>
                <a:gridCol w="420624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역할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난이도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furiosa-apps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레퍼런스 앱 5종(오늘의 중심)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K-EXAONE-quantization / evaluation-public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양자화 레시피와 품질 평가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kotaemon(포크)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제품형 RAG 문서챗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lm-evaluation-harness · llmperf(포크)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품질·성능 이원 측정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device-plugin · feature-discovery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K8s 자원 노출·노드 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metrics-exporter · kubectl-view-rngd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관측·운영 CLI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smi-go · device-api · helm 외 번들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장치 계층·배포·검증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3군(압축 포크·컴파일러 도구)과 4군(MLPerf·ICLR 2026 논문 2편)은 대학원 세미나 트랙으로 분리한다. 상세 절차는 코드 강독 가이드 문서를 따른다.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164592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3931920" y="2377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1군 강독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3950208" y="3383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실습의 뼈대. 레퍼런스 앱 다섯 개가 다섯 가지 수요를 대표하고,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 레시피가 HF 모델의 탄생 과정을 소스로 증명한다.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8C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FURIOSA-APPS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furiosa-apps: 다섯 앱이 대표하는 다섯 수요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201400" cy="822960"/>
          </a:xfrm>
          <a:prstGeom prst="roundRect">
            <a:avLst>
              <a:gd name="adj" fmla="val 666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246120" y="14173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RNGD 위 LLM 성능·정확도 평가 프레임워크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81160" y="1417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평가·비교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350008"/>
            <a:ext cx="11201400" cy="822960"/>
          </a:xfrm>
          <a:prstGeom prst="roundRect">
            <a:avLst>
              <a:gd name="adj" fmla="val 666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5000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chat-playground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46120" y="2350008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추론 지표를 보여주는 풀스택 챗봇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281160" y="235000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대화형 서비스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282696"/>
            <a:ext cx="11201400" cy="822960"/>
          </a:xfrm>
          <a:prstGeom prst="roundRect">
            <a:avLst>
              <a:gd name="adj" fmla="val 666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8269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coding-agent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246120" y="3282696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OpenCode 터미널 어시스턴트 + 단위테스트 생성기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281160" y="3282696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개발 도구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215384"/>
            <a:ext cx="11201400" cy="822960"/>
          </a:xfrm>
          <a:prstGeom prst="roundRect">
            <a:avLst>
              <a:gd name="adj" fmla="val 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21538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llm-assistant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246120" y="4215384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 연동 · 멀티에이전트 뉴스 리포터 · 금융 감성 대시보드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81160" y="421538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자동화 에이전트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5148072"/>
            <a:ext cx="11201400" cy="822960"/>
          </a:xfrm>
          <a:prstGeom prst="roundRect">
            <a:avLst>
              <a:gd name="adj" fmla="val 6667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1480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46120" y="514807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임베딩-리랭커-생성 엔드투엔드 파이프라인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81160" y="51480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기반 질의응답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Apache-2.0 · "레퍼런스 목적, 프로덕션 용도 아님" 고지 · 2026-03 갱신. 오늘 실습 E는 이 중 1개 앱을 선택해 실행한다.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FURIOSA-APPS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모델 표: 필요 카드 수가 명시된 공식 데이터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463040"/>
                <a:gridCol w="1828800"/>
                <a:gridCol w="38404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모델(HF 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 RNGD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컨텍스트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EXAONE-4.0-32B-FP8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131,072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 강점 범용 생성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Qwen3-32B-FP8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40,960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고성능 범용 생성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Llama-3.3-70B-Instruct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131,072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대형 고품질 응답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Llama-3.1-8B-Instruct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131,072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표준·입문(실습 권장)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Qwen3-Embedding-8B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8,192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임베딩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Qwen3-Reranker-8B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8,192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재순위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워크북 활동 7a가 이 표의 빈칸 버전이다. 임베딩·리랭커의 8,192 제약은 RAG 청크 설계의 상한이 된다.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핵심 논점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 대 4장: 가중치 산식과 서비스 권장의 층위 차이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27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HF 강의의 산식(가중치 하한)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32B × 1바이트(FP8) ≈ 32GB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48GB 카드 1장에 가중치 탑재 가능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627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furiosa-apps의 권장(서비스 구성)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210312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EXAONE-4.0-32B-FP8 → RNGD 4장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131,072토큰 컨텍스트 + 처리량 전제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6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요인 1 — KV 캐시: 시퀀스 길이에 선형 비례. 128K 장문·동시 요청 조건에서 가중치를 넘어서는 메모리를 요구한다.</a:t>
            </a:r>
            <a:endParaRPr lang="en-US" sz="1300" dirty="0"/>
          </a:p>
          <a:p>
            <a:pPr marL="177800" indent="-177800">
              <a:lnSpc>
                <a:spcPct val="116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요인 2 — 처리량: 동시 사용자 목표를 만족시키는 텐서 병렬 구성. 탑재 가능과 서비스 가능은 다른 판단이다.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559552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워크북 활동 7c  </a:t>
            </a:r>
            <a:pPr indent="0" marL="0"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간극을 두 요인으로 서술하는 문항이 출제되어 있다. 시험에도 같은 구조로 출제한다.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앱 강독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rag: 파이프라인 코드에서 3종 세트의 배선 찾기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508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강독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46120" y="1508760"/>
            <a:ext cx="8366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서빙 프로세스 수(생성·임베딩·리랭커)와 각 포트 구성을 파악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4688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재현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46120" y="2468880"/>
            <a:ext cx="8366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모델 기동 후 질의 1건: 검색 후보 수 → 재순위 상위 → 최종 답변 기록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84448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4290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변형 과제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46120" y="3429000"/>
            <a:ext cx="8366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리랭커 우회(또는 k 변경) 후 질의 5건 품질 비교, 변화 지점 코드 지목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64240" cy="1325880"/>
          </a:xfrm>
          <a:prstGeom prst="roundRect">
            <a:avLst>
              <a:gd name="adj" fmla="val 4828"/>
            </a:avLst>
          </a:prstGeom>
          <a:solidFill>
            <a:srgbClr val="132430"/>
          </a:solidFill>
          <a:ln w="12700">
            <a:solidFill>
              <a:srgbClr val="132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681728"/>
            <a:ext cx="1066190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furiosa-llm serve furiosa-ai/Qwen3-Embedding-8B     # 색인·질의 임베딩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furiosa-llm serve furiosa-ai/Qwen3-Reranker-8B      # 후보 재순위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furiosa-llm serve furiosa-ai/Llama-3.1-8B-Instruct  # 답변 생성(실습 권장 조합)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과제: 4단계(색인·검색·재순위·생성) 각각의 함수·모듈 경로와 벡터 저장소 종류를 표로 정리(코드에서 확인).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앱 강독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llm-assistant: 에이전트 플랫폼이 NPU를 만나는 지점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170432"/>
          </a:xfrm>
          <a:prstGeom prst="roundRect">
            <a:avLst>
              <a:gd name="adj" fmla="val 4688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3017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 연동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977640" y="1554480"/>
            <a:ext cx="7406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플랫폼의 모델 공급자를 로컬 Furiosa-LLM으로 지정. base_url 설정 지점을 찾는 것이 1단계 과제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61488"/>
            <a:ext cx="11064240" cy="1170432"/>
          </a:xfrm>
          <a:prstGeom prst="roundRect">
            <a:avLst>
              <a:gd name="adj" fmla="val 468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52928"/>
            <a:ext cx="3017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 뉴스 리포터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977640" y="2852928"/>
            <a:ext cx="7406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수집·요약·작성 역할 분담이 로그에 드러난다. 한 역할의 품질 저하가 전파되는 경로를 관찰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59936"/>
            <a:ext cx="11064240" cy="1170432"/>
          </a:xfrm>
          <a:prstGeom prst="roundRect">
            <a:avLst>
              <a:gd name="adj" fmla="val 4688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51376"/>
            <a:ext cx="3017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감성 대시보드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977640" y="4151376"/>
            <a:ext cx="7406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파이프라인. 지연 요건이 모델 크기 선택(8B vs 32B)에 주는 제약을 토론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5138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조직에는 컨테이너 기반 OpenClaw 경량 대안(nanoclaw) 포크도 있다. 에이전트 게이트웨이를 NPU 수요처로 보는 관점이 읽힌다. 본 과정의 OpenClaw Gateway 실습과 직접 연결된다.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앱 강독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chat-playground · coding-agent · benchmark 요점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3383280"/>
          </a:xfrm>
          <a:prstGeom prst="roundRect">
            <a:avLst>
              <a:gd name="adj" fmla="val 162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190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chat-playground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스트리밍 응답이 TTFT·토큰 속도 지표로 번역되는 경로를 추적. 지표가 usage 기반인지 클라이언트 타이머 기반인지 판별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43434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서빙 차시 도입 시연 최적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15968" y="1554480"/>
            <a:ext cx="3520440" cy="3383280"/>
          </a:xfrm>
          <a:prstGeom prst="roundRect">
            <a:avLst>
              <a:gd name="adj" fmla="val 162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8848" y="17190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coding-agent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98848" y="219456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에이전트가 서빙에 요구하는 것: 장문 컨텍스트·반복 호출·구조화 출력. Qwen2.5-Coder 크기별 선택 기준 제안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98848" y="43434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단위테스트 생성 실습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83296" y="1554480"/>
            <a:ext cx="3520440" cy="3383280"/>
          </a:xfrm>
          <a:prstGeom prst="roundRect">
            <a:avLst>
              <a:gd name="adj" fmla="val 162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17190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66176" y="2194560"/>
            <a:ext cx="3154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공급자 제공 벤치마크. 측정 지표 정의를 읽고 lm-eval·llmperf(제3자 도구)와 역할 대비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66176" y="43434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방법론 토론 소재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앱 모두 실습 E의 선택지다. 팀별로 서로 다른 앱을 맡아 발표하면 다섯 수요 전체가 한 교실에서 비교된다.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양자화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K-EXAONE-quantization-public: FP8 모델의 탄생 과정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754880"/>
                <a:gridCol w="35661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읽는 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.gitmodules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compressed-tensors@550367a · llm-compressor@4875d93 · transformers@23f0378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서브모듈 커밋 고정 = 재현성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quant_model_free_ptq.py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캘리브레이션 없는 PTQ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층을 무슨 정밀도로 바꾸는가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quant_gptq.py / _ddp.py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캘리브레이션 기반 GPTQ · 분산 실행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지정 방식·샘플 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check_dtypes.py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산출물 층별 dtype 검증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양자화 산출물 QA 관점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eval.py · 노트북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양자화 직후 1차 품질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저장소와의 역할 분담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HF에서 내려받는 FP8 모델의 "이전 공정"이 이 여섯 파일이다. 커밋 6개의 작은 저장소가 재현 가능한 공학의 모범을 보여준다.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양자화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 읽기: 두 경로와 하나의 검증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651760" y="1645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Model-free PTQ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0" y="16459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캘리브레이션 불필요 · 빠른 변환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B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651760" y="28803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GPTQ(+DDP)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28803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캘리브레이션 데이터로 오차 보정 · 분산 가속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1148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검증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51760" y="4114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check_dtypes → eval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41148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dtype 검증 후 1차 품질 확인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132430"/>
          </a:solidFill>
          <a:ln w="12700">
            <a:solidFill>
              <a:srgbClr val="132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5504688"/>
            <a:ext cx="1066190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submodule update --init --recursive   # 고정 커밋으로 체크아웃 후 스크립트 인자 확인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환경 요건(GPU 필요 여부·메모리)은 소스 상단에서 확인한다(확인 필요). 워크북 활동 7b가 파일 역할 매칭 문항이다.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 · 1군 요약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evaluation · kotaemon · 측정 도구 2종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353312"/>
          </a:xfrm>
          <a:prstGeom prst="roundRect">
            <a:avLst>
              <a:gd name="adj" fmla="val 4054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2926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K-EXAONE-evaluation-public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886200" y="1554480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양자화의 짝. 원본과 양자화 모델에 동일 평가를 수행해 점수를 병기한다. 한국어 벤치 포함 여부는 조사 과제(확인 필요)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89720" y="1554480"/>
            <a:ext cx="2331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산출물: 품질 보고서 1쪽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953512"/>
            <a:ext cx="11064240" cy="1353312"/>
          </a:xfrm>
          <a:prstGeom prst="roundRect">
            <a:avLst>
              <a:gd name="adj" fmla="val 4054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44952"/>
            <a:ext cx="2926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kotaemon(포크)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86200" y="3044952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제품형 RAG 문서챗. LLM 공급자를 로컬 OpenAI 호환 엔드포인트로 지정. 업스트림 대비 수정 유무를 diff로 판별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89720" y="3044952"/>
            <a:ext cx="2331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앱과 계층 비교 과제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443984"/>
            <a:ext cx="11064240" cy="1353312"/>
          </a:xfrm>
          <a:prstGeom prst="roundRect">
            <a:avLst>
              <a:gd name="adj" fmla="val 4054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535424"/>
            <a:ext cx="2926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lm-eval · llmperf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86200" y="4535424"/>
            <a:ext cx="5212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품질(정확도)과 성능(TTFT·처리량)의 이원 측정. 동시성 1·4·8 스윕으로 지연-처리량 곡선 확보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89720" y="4535424"/>
            <a:ext cx="2331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8B vs 32B 트레이드오프 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학부: kotaemon(제품)→rag(원리) 순서가 몰입도가 높다. 대학원: 역순 권장.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164592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3931920" y="2377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2군 강독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3950208" y="3383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RNGD를 "클러스터 자원"으로 만드는 소프트웨어. 2026년 4월까지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일제히 갱신된, 지금 가장 살아 있는 스택을 5층위로 읽는다.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8C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구조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K8s 운영 스택의 5층위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029200"/>
                <a:gridCol w="47548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층위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 한 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03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device-api · furiosa-smi-go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장치 열거·상태 조회 라이브러리(Rust·Go)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furiosa-device-plugin · furiosa-feature-discovery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kubelet에 NPU 자원 등록 · 노드 라벨 부여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클러스터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helm-charts · libfuriosa-kubernetes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스택 일괄 배포 · 공용 라이브러리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관측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furiosa-metrics-exporter · kubectl-view-rngd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Prometheus 지표 · 운영 CLI(krew 배포)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server-validation-tool · dra-driver-guide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E3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반입 검수(Shell) · 차세대 자원할당(DRA) 안내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서사는 "카드 1장(SR-IOV) → 노드 → 클러스터 → 관측"의 상향식. HF 강의의 SR-IOV 2/4/8 분할이 device-plugin의 자원 수로 실체화된다.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노드 계층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device-plugin: 표준 API 세 요소를 코드에서 찾아라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4630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kubelet 등록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11880" y="1463040"/>
            <a:ext cx="8001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플러그인이 kubelet 소켓에 자신을 등록하는 gRPC 호출 지점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78024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2359152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ListAndWatch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2359152"/>
            <a:ext cx="8001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장치 목록과 건강 상태를 스트림으로 보고하는 구현부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325526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Allocate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3255264"/>
            <a:ext cx="8001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파드에 장치를 배정할 때 호출되는 함수와 환경 주입 내용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132430"/>
          </a:solidFill>
          <a:ln w="12700">
            <a:solidFill>
              <a:srgbClr val="132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407408"/>
            <a:ext cx="1066190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describe node &lt;rngd-node&gt; | grep -A3 -i furiosa   # 노출 자원명·수량 확인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SR-IOV 분할 상태에 따라 수량이 어떻게 달라지는지 관찰(리소스명 문자열은 코드에서 확인)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605272"/>
            <a:ext cx="10515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 </a:t>
            </a:r>
            <a:pPr indent="0" marL="0"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NVIDIA GPU device plugin과의 구조 비교표: 리소스명·헬스체크·토폴로지 힌트(각 항목 코드 근거 병기).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관측 계층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metrics-exporter와 kubectl-view-rngd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383280"/>
          </a:xfrm>
          <a:prstGeom prst="roundRect">
            <a:avLst>
              <a:gd name="adj" fmla="val 162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27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furiosa-metrics-exporter (Go)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/metrics 엔드포인트로 NPU 지표 노출(지표명은 코드에서 확정)</a:t>
            </a:r>
            <a:endParaRPr lang="en-US" sz="1200" dirty="0"/>
          </a:p>
          <a:p>
            <a:pPr marL="177800" indent="-1778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Prometheus 스크레이프 → Grafana 패널 구성 실습</a:t>
            </a:r>
            <a:endParaRPr lang="en-US" sz="1200" dirty="0"/>
          </a:p>
          <a:p>
            <a:pPr marL="177800" indent="-1778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과제: llmperf 부하 전후의 지표 변화 캡처, 경보 임계값 제안(예: TDP 180W 대비 전력)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3383280"/>
          </a:xfrm>
          <a:prstGeom prst="roundRect">
            <a:avLst>
              <a:gd name="adj" fmla="val 1622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627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kubectl-view-rngd (Rust)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2084832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krew-index로 배포되는 kubectl 플러그인</a:t>
            </a:r>
            <a:endParaRPr lang="en-US" sz="1200" dirty="0"/>
          </a:p>
          <a:p>
            <a:pPr marL="177800" indent="-1778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클러스터의 RNGD 현황을 한 명령으로 조회</a:t>
            </a:r>
            <a:endParaRPr lang="en-US" sz="1200" dirty="0"/>
          </a:p>
          <a:p>
            <a:pPr marL="177800" indent="-177800">
              <a:lnSpc>
                <a:spcPct val="116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토론: 도구명이 세대(rngd)를 특정하는 것의 장단점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도구 모두 2026-04 갱신. 운영 관측은 "설치했다"가 아니라 "부하를 걸고 지표 변화를 봤다"까지 가야 실습이 완성된다.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배포·검증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배포·검증 번들과 종합 과제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81912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helm-charts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984248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구성요소 일괄 배포. values 구조에서 무엇이 한 릴리스로 묶이는지 확인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3368" y="1581912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libfuriosa-kubernetes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73368" y="1984248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K8s 스택 공용 Go 라이브러리. 상위 도구들의 의존 관계도 그리기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182112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dra-driver-guide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49808" y="3584448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자원할당(DRA) 안내. device plugin 방식과의 세대 차이 학습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06324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3182112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server-validation-tool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73368" y="3584448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신규(2026-04). Shell 기반 서버 반입 검수. 검사 항목 목록화(확인 필요)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FFF4DF"/>
          </a:solidFill>
          <a:ln w="12700">
            <a:solidFill>
              <a:srgbClr val="FFF4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919472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과제  </a:t>
            </a:r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"연구실 RNGD 서버 2대 + K8s" 도입 런북(설치 순서·검증 게이트·롤백) 2쪽 작성. 각 단계에 사용하는 저장소를 명시한다. production-stack은 내용 확인 후 포함 여부를 결정한다(확인 필요).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85800" y="164592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3931920" y="2377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3950208" y="3383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E: 레퍼런스 앱 1종을 커밋 고정과 함께 실행한다.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FB8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F: 강독 3단계 기록지를 완성한다. 기록지가 곧 발표 원고다.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8C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로드맵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로드맵(워크북 활동 6~7 · 실습 E~F)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활동 6·7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77440" y="14630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탐색·분석(강의 중 병행)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120640" y="14630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지도 작성 · 지원 모델 표 · 파일 역할 매칭 · 1장 대 4장 서술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26060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실행(20분)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26060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furiosa-apps 1종 선택 → clone → 해시 기록 → venv → 실행 → 기록표 작성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7490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7440" y="37490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강독 기록지(20분)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37490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배정 저장소에 3단계 적용: 존재 이유 → 재현 로그 → 변형 가설·결과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8920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77440" y="48920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조별 5분(PART 6)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48920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기록지 기반 발표. 실패 재현도 원인 진단이 정확하면 동일 인정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RNGD 미보유 환경: 실행 단계는 강사 시연 관찰 기록으로 대체하고, 정적 강독·변형 설계는 그대로 수행한다.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 · 핵심 명령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핵심 명령 요약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공통: 확보와 해시 고정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132430"/>
          </a:solidFill>
          <a:ln w="12700">
            <a:solidFill>
              <a:srgbClr val="132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92808"/>
            <a:ext cx="10661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https://github.com/furiosa-ai/furiosa-apps.git &amp;&amp; cd furiosa-apps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-1 --format="%H %cs"          # 기록지에 그대로 옮긴다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E: 앱 준비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132430"/>
          </a:solidFill>
          <a:ln w="12700">
            <a:solidFill>
              <a:srgbClr val="132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310128"/>
            <a:ext cx="106619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&lt;application&gt; &amp;&amp; python -m venv venv &amp;&amp; source venv/bin/activate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furiosa-llm serve furiosa-ai/Llama-3.1-8B-Instruct   # 8B는 RNGD 1장으로 실습 가능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F·2군: 확인 명령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132430"/>
          </a:solidFill>
          <a:ln w="12700">
            <a:solidFill>
              <a:srgbClr val="132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727448"/>
            <a:ext cx="1066190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submodule update --init --recursive               # 양자화 저장소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describe node &lt;node&gt; | grep -A3 -i furiosa    # 자원 노출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nodes --show-labels | grep -i furiosa     # 라벨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9E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http://&lt;exporter&gt;:&lt;port&gt;/metrics | head       # 지표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6 · 시사점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포크 목록으로 읽는 아키텍처: 코드가 곧 전략이다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81912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RDMA 3종 포크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984248"/>
            <a:ext cx="5038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tokio-rdma·rdma-sys·perftest → 다중 카드·Pod 인터커넥트 투자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3368" y="1581912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ILP 솔버 포크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73368" y="1984248"/>
            <a:ext cx="5038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highs·good_lp → 컴파일러가 스케줄링을 최적화 문제로 푼다는 신호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136392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xgrammar-rs·hf-hub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49808" y="3538728"/>
            <a:ext cx="5038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Rust 서빙 스택 + 구조화 출력 + HF 아티팩트 수급의 증거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017520"/>
            <a:ext cx="5440680" cy="1371600"/>
          </a:xfrm>
          <a:prstGeom prst="roundRect">
            <a:avLst>
              <a:gd name="adj" fmla="val 4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3136392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nanoclaw·gorilla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73368" y="3538728"/>
            <a:ext cx="5038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게이트웨이·도구 호출 실험 → 추론 수요처 선점 관점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E2F3EF"/>
          </a:solidFill>
          <a:ln w="12700">
            <a:solidFill>
              <a:srgbClr val="E2F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8463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어떤 저장소를 만들고(자체), 무엇을 가져와 고치며(포크), 어디를 매달 갱신하는가(활성도) — 이 세 질문이 기업 기술 전략을 역추적하는 프레임이다. 같은 프레임을 다른 AI 기업 조직에 적용하는 것이 기말 과제다.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6 · 토론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 주제(조별 8분 + 발표)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02536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618488"/>
            <a:ext cx="21031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공개의 경계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657600" y="1618488"/>
            <a:ext cx="7726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회사는 운영 도구·레퍼런스 앱은 공개하고 컴파일러·서빙 엔진 코어는 비공개한다. 공개/비공개의 경계선이 왜 여기에 그어졌는지, 경쟁·생태계 관점에서 논하라.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538728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154680"/>
            <a:ext cx="21031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K8s 우선 투자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57600" y="3154680"/>
            <a:ext cx="7726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상반기 갱신이 K8s 운영 스택에 집중된 이유를 고객 여정(PoC→파일럿→프로덕션) 단계로 설명하고, 다음 분기에 갱신될 저장소를 예측하라.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81144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074920"/>
            <a:ext cx="384048" cy="384048"/>
          </a:xfrm>
          <a:prstGeom prst="ellipse">
            <a:avLst/>
          </a:prstGeom>
          <a:solidFill>
            <a:srgbClr val="17C3A2"/>
          </a:solidFill>
          <a:ln w="12700">
            <a:solidFill>
              <a:srgbClr val="17C3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690872"/>
            <a:ext cx="21031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포크 거버넌스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657600" y="4690872"/>
            <a:ext cx="7726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30개 이상의 업스트림 포크는 유지보수 부채이기도 하다. 포크를 최신으로 유지하는 비용과 고정 커밋의 재현성 사이의 균형 전략을 제안하라.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형식: 조별 결론 1문장 + 근거 2개. 저장소명을 근거로 인용하면 가점.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95528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다섯 문장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1965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조직은 HF의 이면이다: 배포물(HF)의 제조 공정과 운영 도구(GitHub)를 함께 읽어야 전체가 보인다.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81635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281635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강독은 3단계다: 존재 이유 한 문장, README 재현, 한 가지 변형 — 그리고 모든 기록에 커밋 해시를 남긴다.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666744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63040" y="3666744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furiosa-apps 다섯 앱이 다섯 수요를 대표한다: 벤치마크·챗·코딩·에이전트(OpenClaw)·RAG.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517136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4517136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"가중치 1장"과 "권장 4장"의 간극은 KV 캐시와 처리량이 만든다: 탑재 가능과 서비스 가능은 다른 판단이다.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367528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C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63040" y="536752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4월의 일제 갱신이 가리키듯, 지금 이 회사의 전선은 K8s 운영 스택이다: 코드 활성도가 곧 전략 지도다.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FB8C2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A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30352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자료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저장소 목록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40480" y="1554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https://github.com/orgs/furiosa-ai/repositories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482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앱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840480" y="204825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https://github.com/furiosa-ai/furiosa-apps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420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 레시피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0" y="254203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https://github.com/furiosa-ai/K-EXAONE-quantization-public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저장소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40480" y="30358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https://github.com/furiosa-ai/K-EXAONE-evaluation-public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52958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문서챗(포크)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840480" y="352958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https://github.com/furiosa-ai/kotaemon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 문서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40480" y="40233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https://developer.furiosa.ai/latest/en/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51713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HF 조직 페이지(전편 강의)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840480" y="451713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https://huggingface.co/furiosa-ai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0109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포럼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840480" y="50109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https://forums.furiosa.ai/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5046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교재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40480" y="550468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8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코드 강독 가이드 · 실습 워크북 v2(활동 6~7, 실습 E~F)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217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4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자료의 저장소 수·갱신일·파일 목록은 2026년 7월 GitHub 조회 기준이며, 조회 시점에 따라 달라질 수 있다.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E74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2026-07-14T15:56:18Z</dcterms:created>
  <dcterms:modified xsi:type="dcterms:W3CDTF">2026-07-14T15:56:18Z</dcterms:modified>
</cp:coreProperties>
</file>