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 Hugging Face 리뷰 분석 | 학생 배포용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7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반도체와 오픈 모델 생태계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6384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 Hugging Face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페이지 리뷰 분석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NPU 시대의 모델 배포 전략: 사전 컴파일 모델 · Furiosa-LLM · RAG 스택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25400">
            <a:solidFill>
              <a:srgbClr val="17C3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대학생·대학원생(AI/컴퓨터공학 계열)      </a:t>
            </a:r>
            <a:pPr indent="0" marL="0">
              <a:buNone/>
            </a:pPr>
            <a:r>
              <a:rPr lang="en-US" sz="1350" b="1" dirty="0">
                <a:solidFill>
                  <a:srgbClr val="17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180분(이론+실습+토론)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기준: https://huggingface.co/furiosa-ai (2026년 7월 조회)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목표: 이 강의가 끝나면 할 수 있는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52704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조직 페이지 해독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508760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카드·모델·컬렉션·스페이스·논문 구성요소를 읽고 기업의 운영 의도를 해석한다.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59736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3405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5694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분석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551176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23개 사전 컴파일 모델을 계열·정밀도·태스크로 분류하고 전략적 의미를 도출한다.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파이프라인 비교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3593592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배포와 NPU 배포의 차이를 설명하고 사전 컴파일의 필요성을 논증한다.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544568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1888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6542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정량 판단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0" y="4636008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수 × 정밀도로 필요 메모리를 계산하고 RNGD 48GB 탑재 가능성을 판정한다.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586984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61304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861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6967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실습 수행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97680" y="5678424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furiosa-llm serve와 OpenAI 호환 API로 모델에 질의하는 실습을 완수한다.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흐름(180분)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0280" y="1463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FuriosaAI와 RNGD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3212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기업·하드웨어 사양·TCP 아키텍처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07040" y="1463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Hub 구조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2286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페이지의 구성요소와 운영 이유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08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리뷰 분석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카드·23개 모델·모델 카드·라이선스(종료 후 휴식 10분)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40280" y="3931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개념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컴파일·메모리 계산·API·RAG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07040" y="3931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54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4028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기동·curl·Python SDK·탐색 과제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07040" y="4754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57784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77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40280" y="5577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정리와 토론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32120" y="5577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시사점·토론·퀴즈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07040" y="5577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FuriosaAI와 RNGD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대상을 이해한다. 누가 만든 페이지이며, 어떤 하드웨어를 위한 모델인가.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 두 가지(48GB HBM3, FP8 512 TFLOPS)를 기억한다.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FURIOSAAI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FuriosaAI: 추론 전용 AI 반도체 기업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61904" cy="0"/>
          </a:xfrm>
          <a:prstGeom prst="line">
            <a:avLst/>
          </a:prstGeom>
          <a:noFill/>
          <a:ln w="19050">
            <a:solidFill>
              <a:srgbClr val="C9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69364" y="1883664"/>
            <a:ext cx="164592" cy="16459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설립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10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백준호(전 삼성전자·AMD) 창업. 데이터센터 AI 추론 가속기에 집중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6572" y="1883664"/>
            <a:ext cx="164592" cy="16459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22860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2852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1세대 Warboy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3310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14nm, 비전 추론 특화. MLPerf 성과, 카카오 계열 채택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83780" y="1883664"/>
            <a:ext cx="164592" cy="16459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22860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2세대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2852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출시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310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TSMC 5nm, LLM·에이전틱 AI 추론 겨냥. "레니게이드"로 발음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90988" y="1883664"/>
            <a:ext cx="164592" cy="16459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70264" y="228600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3144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53144" y="2852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파트너십·해외 공급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53144" y="3310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EXAONE 구동 검증, 글로벌 데이터센터 공급 확대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관점: HF 조직 페이지는 이 하드웨어 생태계 전략이 드러나는 공식 채널이다.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모델 저장소가 아니라 "우리 칩에서 이 모델이 즉시 돌아간다"를 실행 가능한 형태로 증명하는 공간으로 읽는다.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RNGD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핵심 사양: 이후 계산의 기준값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9105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48GB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4088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HBM3 메모리(2모듈)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7614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탑재 한도를 결정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46304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59105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1.5TB/s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57016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대역폭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57016" y="27614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추론은 대역폭 지배적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46304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59105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9944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TFLOPS(FP8)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27614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BF16 256의 2배 처리량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46304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4584" y="159105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180W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62872" y="23957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TDP(패시브 쿨링)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62872" y="2761488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동급 GPU 대비 저전력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아키텍처 · 공정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TCP(Tensor Contraction Processor) 2세대 NPU · TSMC 5nm, 1.0GHz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정밀도별 성능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BF16 256 TFLOPS · FP8 512 TFLOPS · INT8 512 TOPS · INT4 1024 TOPS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온칩 · 인터페이스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SRAM 256MB · PCIe Gen5 x16 듀얼 슬롯 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SR-IOV로 1장을 2/4/8개 독립 NPU로 분할(멀티테넌트·쿠버네티스 대응)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수치의 연결: FP8 512 TFLOPS + 48GB → 배포 모델 목록이 왜 "32B급 FP8" 중심인지 설명된다(PART 4).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TCP: 텐서 축약을 하드웨어의 기본 연산으로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GPU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 연산을 고정 크기 행렬곱(MatMul)으로 분해해 처리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분해·재조합 과정에서 데이터가 DRAM을 반복 왕복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기반 스케줄링으로 범용성 확보(학습에 유리)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RNGD의 TCP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행렬곱의 일반화인 텐서 축약(tensor contraction)을 직접 실행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가중치가 온칩에 오래 상주 → DRAM 왕복 감소가 효율의 원천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 8개 × 슬라이스 64, 페치 네트워크 멀티캐스트로 데이터 재사용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TCP: A Tensor Contraction Processor for AI Workloads (ISCA 2024)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생각해 보기  </a:t>
            </a:r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GPU가 있는데 왜 추론 전용 NPU가 필요한가? 학습과 추론의 워크로드 차이(배치, 메모리 패턴, 전력, TCO)로 답해 본다.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Hub 구조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도구를 익힌다. 조직 페이지의 7가지 구성요소는 각각 무엇을 말해 주는가.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기업이 모델 허브를 운영하는 이유를 정리한다.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HUGGING FACE HUB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Hub: 오픈 모델 유통의 표준 채널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Hub의 성격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모델·데이터셋·데모를 Git 저장소 형태로 호스팅</a:t>
            </a:r>
            <a:endParaRPr lang="en-US" sz="1350" dirty="0"/>
          </a:p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가중치(open-weight) 모델 유통의 사실상 표준</a:t>
            </a:r>
            <a:endParaRPr lang="en-US" sz="1350" dirty="0"/>
          </a:p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개발사(Meta, Alibaba, LG)와 하드웨어 기업(NVIDIA, Intel, FuriosaAI)이 함께 조직 계정 운영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기업이 조직 페이지를 운영하는 이유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8745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마찰 제거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1228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변환·양자화·컴파일 없이 즉시 서빙 가능한 산출물 제공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2926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호환성의 공개 증명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1228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모델을 문서가 아닌 내려받는 저장소로 제시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406908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39776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정합성 관리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1228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 버전과 모델 아티팩트를 Git으로 동기화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512064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5120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5029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신호 발신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5394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모델 계열 자체가 시장 포지셔닝 메시지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1554480"/>
            <a:ext cx="0" cy="4297680"/>
          </a:xfrm>
          <a:prstGeom prst="line">
            <a:avLst/>
          </a:prstGeom>
          <a:noFill/>
          <a:ln w="12700">
            <a:solidFill>
              <a:srgbClr val="C9D6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구성요소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furiosa-ai 조직 페이지의 7가지 구성요소(2026.7 기준)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카드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소개 + 모델 표 + 서빙 예제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자체가 5분 퀵스타트 문서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46304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55448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 · 23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34840" y="190195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21 / 문장유사도 1 / 분류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233172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RNGD용 사전 컴파일 배포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91856" y="146304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55448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Collections · 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56448" y="190195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2.5, Coder, Llama 3.1 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56448" y="233172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정의한 권장 모델 패밀리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00837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Spaces ·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" y="3355848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MOT·OCR 데모(2022~23 갱신)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78561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Warboy 시기 비전 데모로 추정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2916936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00837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34840" y="3355848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ParallelBench(디퓨전 LLM 병렬 디코딩)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378561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추론 기법 선행 연구 신호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91856" y="2916936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300837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Datasets · 0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56448" y="3355848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데이터셋 없음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56448" y="378561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개발사가 아닌 추론 인프라 기업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462272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· 45+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" y="4809744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백준호 계정 포함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523951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조직이 직접 운영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70248" y="4370832"/>
            <a:ext cx="7333488" cy="914400"/>
          </a:xfrm>
          <a:prstGeom prst="roundRect">
            <a:avLst>
              <a:gd name="adj" fmla="val 60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3128" y="4443984"/>
            <a:ext cx="6967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수량과 갱신 이력이 곧 데이터다. 데이터셋 0개 = 재배포 기업 정체성, Spaces 갱신 중단 = 비전에서 LLM으로의 무게중심 이동.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리뷰 분석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본론. 조직 카드의 전략 선언, 23개 모델 포트폴리오, 모델 카드 해부,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트리와 라이선스 승계까지 실제 페이지를 근거로 분석한다.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조직 카드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카드 분석: 배포 전략의 3계층 선언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경로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20440" y="160020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컴파일 모델을 그대로 사용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18120" y="160020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변환·양자화 불필요. 내려받아 즉시 서빙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9923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770632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경로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77063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컴파일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18120" y="277063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구성은 Model Preparation Workflow 문서로 안내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69664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20440" y="394106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서버 + Furiosa SDK 2025.2 이상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394106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하드웨어·SDK 버전이 명시된 요구사항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과제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카드에서 "하드웨어 회사가 소프트웨어 회사처럼 말하는 지점"을 찾아라. 예: 한 줄 서빙 명령, OpenAI 호환 강조, SDK 버전 표기. AI 반도체의 경쟁력이 소프트웨어 스택 완성도에 있음을 보여준다.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포트폴리오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포트폴리오 지도: 23개 모델, 7개 계열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457200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태스크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 3.1/3.3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Meta(미국)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3.1-8B(BF16·FP8), 3.3-70B(BF16·INT8)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EXAONE 3.5/4.0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 AI Research(한국)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3.5-7.8B, 3.5-32B, 4.0-32B-FP8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 2.5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Alibaba(중국)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0.5B / 7B / 14B / 32B 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 2.5 Coder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Alibaba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7B / 14B / 32B 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 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Alibaba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32B-FP8, Embedding-8B, Reranker-8B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생성·임베딩·재순위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DeepSeek-R1-Distill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DeepSeek(중국)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Llama-8B/70B, Qwen-7B/14B/32B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추론형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QwQ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Alibaba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QwQ-32B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추론형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요약: 미·중·한 대표 오픈 모델 병행 + 챗을 넘어 코딩·추론·RAG(임베딩/리랭커)까지 확장된 태스크 스펙트럼.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해석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포트폴리오에서 읽어야 할 다섯 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균형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146304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Meta·중국 Alibaba/DeepSeek·한국 LG를 모두 포괄. 특정 진영 종속 회피, 국내외 고객 동시 겨냥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43000" y="2350008"/>
            <a:ext cx="10469880" cy="0"/>
          </a:xfrm>
          <a:prstGeom prst="line">
            <a:avLst/>
          </a:prstGeom>
          <a:noFill/>
          <a:ln w="9525">
            <a:solidFill>
              <a:srgbClr val="C9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크기-하드웨어 정합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242316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주력은 32B급. 32B FP8 ≈ 32GB로 48GB 카드 1장에 탑재. 70B BF16은 다중 카드 병렬 전제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43000" y="3310128"/>
            <a:ext cx="10469880" cy="0"/>
          </a:xfrm>
          <a:prstGeom prst="line">
            <a:avLst/>
          </a:prstGeom>
          <a:noFill/>
          <a:ln w="9525">
            <a:solidFill>
              <a:srgbClr val="C9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4787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태스크 스펙트럼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6200" y="338328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 + 코딩(Coder) + 추론(R1, QwQ) + RAG(임베딩·리랭커) = 기업용 풀스택 지향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43000" y="4270248"/>
            <a:ext cx="10469880" cy="0"/>
          </a:xfrm>
          <a:prstGeom prst="line">
            <a:avLst/>
          </a:prstGeom>
          <a:noFill/>
          <a:ln w="9525">
            <a:solidFill>
              <a:srgbClr val="C9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0799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43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 다변화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86200" y="434340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모델을 BF16/FP8/INT8로 병행 배포. 정확도-비용 트레이드오프 선택지 제공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143000" y="5230368"/>
            <a:ext cx="10469880" cy="0"/>
          </a:xfrm>
          <a:prstGeom prst="line">
            <a:avLst/>
          </a:prstGeom>
          <a:noFill/>
          <a:ln w="9525">
            <a:solidFill>
              <a:srgbClr val="C9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5303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세대·SDK 동기화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86200" y="530352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EXAONE 3.5→4.0, Qwen 2.5→3 전환이 SDK v2025.2→v2026.1 주기와 연동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FEATURED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Featured 7종(v2026.1): 그 자체로 RAG 풀스택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280160"/>
                <a:gridCol w="146304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컴파일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SDK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EXAONE-4.0-32B-FP8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강점 범용 챗·추론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Llama-3.1-8B-Instruct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벤치마크·입문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Llama-3.3-70B-Instruct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모델 고품질 응답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Qwen2.5-0.5B-Instruct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경량 테스트·파이프라인 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Qwen3-Embedding-8B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문서 임베딩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Qwen3-Reranker-8B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검색 결과 재순위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Qwen3-32B-FP8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고성능 범용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생성(EXAONE/Llama/Qwen3) + 임베딩 + 리랭커 = 사내 문서 RAG의 최소 완결 부품 목록. 0.5B는 실습·CI 검증용.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모델 카드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카드 해부: EXAONE-4.0-32B-FP8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기재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Architecture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Exaone4(텍스트 입출력)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베이스 모델 아키텍처 승계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Context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 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128K 장문. KV 캐시 산정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Release/Version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2026-01-23 / v2026.1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SDK 릴리스 주기와 동기화 재컴파일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License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EXAONE 1.2 - NC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비상업 조항 승계. 상업 이용 시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Inference Engine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 LLM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엔진 종속(vLLM 직접 사용 불가)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Hardware / OS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FuriosaAI RNGD / Linux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 특정적 아티팩트 명시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Quantization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FP8(W8A8)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가중치·활성값 모두 float8. 처리량 2배 근거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두 줄: "Engine: Furiosa LLM" + "Hardware: RNGD" → 이 저장소는 범용 safetensors가 아니라 특정 칩용 컴파일 산출물이다.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계보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트리와 라이선스 승계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291840" cy="1920240"/>
          </a:xfrm>
          <a:prstGeom prst="roundRect">
            <a:avLst>
              <a:gd name="adj" fmla="val 28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베이스 모델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LGAI-EXAONE/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EXAONE-4.0-32B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원저작자 LG AI Research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9352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920240"/>
          </a:xfrm>
          <a:prstGeom prst="roundRect">
            <a:avLst>
              <a:gd name="adj" fmla="val 285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FP8 양자화판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LGAI-EXAONE/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EXAONE-4.0-32B-FP8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LG가 직접 양자화 배포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99832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291840" cy="1920240"/>
          </a:xfrm>
          <a:prstGeom prst="roundRect">
            <a:avLst>
              <a:gd name="adj" fmla="val 285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사전 컴파일판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furiosa-ai/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EXAONE-4.0-32B-FP8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실행 형식으로 변환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라이선스는 계보를 따라 승계된다: Llama 파생은 Llama 라이선스, EXAONE 파생은 NC 조항 포함 EXAONE 라이선스, Qwen 파생은 Apache-2.0 계열. 재배포자가 임의로 완화할 수 없다.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기업의 기여 지점은 가중치 수정이 아니라 "실행 형식 변환"이다. 모델 트리는 이 기여의 위치를 투명하게 드러낸다.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532120"/>
            <a:ext cx="10972800" cy="731520"/>
          </a:xfrm>
          <a:prstGeom prst="roundRect">
            <a:avLst>
              <a:gd name="adj" fmla="val 75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605272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연습  </a:t>
            </a:r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연구실이 EXAONE 4.0 컴파일판으로 상업 서비스 PoC를 만들 수 있는가? 근거와 함께 답하라(워크북 활동 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주변 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신호 읽기: 스페이스·논문·데이터셋·다운로드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Spaces 3개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5038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MOT(객체추적)·OCR 데모, 2022~23 갱신 후 정지. 1세대 Warboy 시기 산출물로 추정(확인 필요)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60020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3368" y="2011680"/>
            <a:ext cx="5038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ParallelBench: 디퓨전 LLM 병렬 디코딩 트레이드오프 연구. 자기회귀 이후를 대비하는 선행 연구 신호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42900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Datasets 0개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3840480"/>
            <a:ext cx="5038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비공개·미보유. 모델 개발사가 아닌 "추론 인프라 기업" 정체성과 부합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342900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지표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73368" y="3840480"/>
            <a:ext cx="5038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Llama-3.1-8B 수천/월로 최다, 0.5B·EXAONE이 뒤 이음. "작은 모델부터 검증" 행동 패턴 + 국내 수요 반영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사용 주의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다운로드 수는 월간 이동 집계로 시점마다 변동하고 CI·미러링이 섞인다. RNGD 사용자는 하드웨어 보유가 전제이므로 절대량이 아니라 모델 간 상대 비교와 추세로만 읽는다.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개념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"사전 컴파일"인가, 왜 "FP8 32B"인가. 배포 파이프라인 비교와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정량 계산으로 페이지의 구성 논리를 기술적으로 증명한다.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사전 컴파일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컴파일 모델: 세 가지 배포 경로 비교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108960"/>
                <a:gridCol w="34747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일반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NPU 직접 컴파일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NPU 사전 컴파일(furiosa-ai)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확보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HF 가중치 다운로드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HF 가중치 다운로드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 산출물 다운로드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변환·양자화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불필요(런타임 처리)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직접 수행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불필요(공급자 완료)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불필요(커널 라이브러리)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수행(시간·노하우)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/ TGI 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furiosa-llm serve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furiosa-llm serve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체감 난이도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A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낮음(GPU 수준으로 하향 평준화)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본질: NPU 도입의 최대 진입장벽인 컴파일 단계를 사용자 경험에서 제거한다. 컴파일에는 그래프 최적화·연산 융합·메모리 배치·양자화 캘리브레이션이 포함되며, 이를 공급자가 대신 수행해 HF에 올려 둔다.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구성이 필요하면: 공식 문서의 Model Preparation Workflow(고급 경로)를 사용한다.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메모리 계산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메모리 근사 공식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메모리(GB)  ≈  파라미터 수(B, 십억)  ×  파라미터당 바이트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FP8 / INT8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바이트/파라미터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RNGD 처리량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TFLOPS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 TFLOPS / TOPS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1024 TOPS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양자화는 용량 문제이자 속도 문제다: FP8은 메모리 절반 + 처리량 2배를 동시에 얻는다(품질 변화는 모델·태스크별 벤치마크로 확인).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추론에는 KV 캐시가 추가된다: 배치 × 시퀀스 길이(최대 131,072 토큰) × 레이어 × 헤드 차원에 비례하여 증가.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탑재 판정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48GB 기준 탑재 판정: 배포 목록의 논리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97280"/>
                <a:gridCol w="1097280"/>
                <a:gridCol w="1554480"/>
                <a:gridCol w="35661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가중치(근사)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Qwen2.5-0.5B-Instruct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카드 여유. 교육·검증용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Llama-3.1-8B-Instruct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16GB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카드 + KV 캐시 여유 충분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Qwen3-32B-FP8 · EXAONE-4.0-32B-FP8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32GB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카드 탑재. FP8 선택의 직접적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Qwen2.5-32B-Instruct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64GB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카드 초과 → 2카드 이상 병렬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Llama-3.3-70B-Instruct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140GB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카드(예: 4카드) 텐서 병렬 전제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Llama-3.3-70B-Instruct-INT8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70GB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2카드 구성 가능. INT8 배포의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산식: 32B × 1바이트 = 32GB → 잔여 약 16GB가 KV 캐시·활성값 몫. 가중치가 겨우 들어가는 구성은 동시 사용자 수 제약으로 이어진다.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계산 실습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실습(워크북 활동 4와 연동)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645920"/>
            <a:ext cx="8549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DeepSeek-R1-Distill-Qwen-14B(BF16)의 가중치 메모리를 계산하고 RNGD 1장 탑재 가능 여부를 판정하라.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8328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0632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063240"/>
            <a:ext cx="8549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1, 시퀀스 32K 토큰에서 KV 캐시가 수 GB 규모가 되는 이유를 "레이어 수 × 2(K,V) × 헤드 차원 × 정밀도" 산식으로 설명하라.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48056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4480560"/>
            <a:ext cx="8549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EXAONE-3.5-32B(BF16)를 단일 카드로 서빙하기 어려운 이유를 서술하고, 해결 대안 두 가지를 제시하라.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힌트: 문제 1은 공식 한 줄로 끝난다. 문제 3의 대안은 이 페이지의 배포 목록 안에 이미 존재한다.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서빙 스택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Furiosa-LLM 서빙과 OpenAI 호환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1965960"/>
          </a:xfrm>
          <a:prstGeom prst="roundRect">
            <a:avLst>
              <a:gd name="adj" fmla="val 3256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72768"/>
            <a:ext cx="544982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줄 서빙(다운로드 후 자동 기동)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furiosa-ai/EXAONE-4.0-32B-FP8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추론(reasoning) 모드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furiosa-ai/EXAONE-4.0-32B-FP8 \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--enable-reasoning --reasoning-parser exaone4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852160" cy="2331720"/>
          </a:xfrm>
          <a:prstGeom prst="roundRect">
            <a:avLst>
              <a:gd name="adj" fmla="val 2745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721608"/>
            <a:ext cx="544982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http://localhost:8000/v1/chat/completions \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"EMPTY",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"messages": [{"role": "user",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"content": "What is the capital of France?"}]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}' | python -m json.tool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vLLM식 인터페이스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0" y="1938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"vllm serve" 사용 경험과 유사하게 설계된 한 줄 명령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301752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953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23760" y="335584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SDK·LangChain·LangGraph·n8n·Dify가 base_url 교체만으로 연동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4434840"/>
            <a:ext cx="347472" cy="347472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 parser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223760" y="477316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과정과 최종 답변을 분리 출력하는 추론 모델 시대의 서빙 요건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호환성의 의미: 애플리케이션 계층은 GPU/NPU를 구분하지 않는다 → 하드웨어 교체 비용이 인프라 계층으로 국한된다.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3종 세트: 임베딩 + 리랭커 + 생성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색인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Qwen3-Embedding-8B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7706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청크를 벡터로 변환해 벡터 DB 저장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배치(오프라인)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36392" y="25603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검색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47872" y="213055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벡터 DB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47872" y="27706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벡터와 유사한 후보 상위 k개 검색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872" y="3611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71032" y="25603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재순위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13055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Qwen3-Reranker-8B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82512" y="27706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질의-청크 쌍을 정밀 채점해 재정렬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82512" y="3611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수만큼 반복 추론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05672" y="25603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60020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173736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생성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17152" y="2130552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EXAONE-4.0-32B-FP8 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17152" y="277063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근거를 컨텍스트로 답변 생성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17152" y="3611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저지연 요구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모델이 동일 하드웨어·동일 서빙 스택에서 구동 → GPU 없이 RNGD만으로 문서 RAG 서비스가 완결된다.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SR-IOV로 카드 1장을 분할하면 임베딩·리랭커·생성 모델을 격리 배치하는 구성도 가능하다.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질문: 왜 하드웨어 회사가 임베딩과 리랭커까지 챙기는가? → 팔리는 것은 "모델"이 아니라 "사용 사례"이기 때문이다.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REASONING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추론(Reasoning) 모델 라인업이 말하는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중인 추론 계열(6종 + 1모드)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DeepSeek-R1-Distill-Llama: 8B / 70B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DeepSeek-R1-Distill-Qwen: 7B / 14B / 32B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QwQ-32B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EXAONE-4.0: reasoning 모드 지원(--reasoning-parser exaone4)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해석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모델은 답변 전 사고 토큰을 대량 생성 → 일반 챗 대비 추론 연산량이 수 배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추론 모델의 확산 = 추론(inference) 컴퓨팅 수요의 폭증</a:t>
            </a:r>
            <a:endParaRPr lang="en-US" sz="1250" dirty="0"/>
          </a:p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전용 가속기 기업에는 직접적 시장 기회 → R1 전 사이즈(7B~70B) 배포는 이 수요를 정면 겨냥한 라인업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구분  </a:t>
            </a:r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reasoning(모델의 사고 과정)과 inference(하드웨어의 추론 실행)는 다른 개념이다. "reasoning 모델이 inference 수요를 키운다"로 정리한다.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서빙하고 질의한다. RNGD 미보유 환경은 강사 시연 + HF 탐색 과제로 대체한다.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기록은 실습 워크북에 남긴다.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로드맵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로드맵(워크북 실습 A~D)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6824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기동(10분)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furiosa-llm serve로 모델 기동. 로드 로그·포트 확인, 최초 다운로드 시간 기록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16642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6824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질의(10분)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1214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 호출. choices·usage 필드를 OpenAI 응답 구조와 대조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472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4655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SDK(10분)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9044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SDK의 base_url만 교체해 연동. 빈칸 코드 완성(워크북)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4472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4655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탐색·RAG 설계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9044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미보유 대체 과제. 페이지 탐색 기록 + RAG 4단계에 모델 배정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요건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탑재 Linux 서버 + Furiosa SDK 2025.2 이상(v2026.1 모델은 2026.1 이상). 게이트 라이선스 모델(Llama 계열 등)은 HF 계정 토큰·라이선스 동의가 선행될 수 있다(확인 필요). 원격 실습은 Tailscale 등으로 접속.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핵심 명령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핵심 명령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서빙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92808"/>
            <a:ext cx="10661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furiosa-ai/Qwen2.5-0.5B-Instruct   # 경량 검증용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furiosa-ai/EXAONE-4.0-32B-FP8 --enable-reasoning --reasoning-parser exaone4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curl 질의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310128"/>
            <a:ext cx="10661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http://localhost:8000/v1/chat/completions -H "Content-Type: application/json" \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'{"model":"EMPTY","messages":[{"role":"user","content":"..."}]}' | python -m json.tool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Python(OpenAI SDK)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727448"/>
            <a:ext cx="1066190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OpenAI(base_url="http://localhost:8000/v1", api_key="EMPTY")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client.chat.completions.create(model="EMPTY",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"RNGD의 HBM3 용량은?"}])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print(resp.choices[0].message.content)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· 시사점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시사점: HF 페이지는 NPU 생태계 전략의 축소판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365760" cy="365760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확보 지점 동일화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생태계와 같은 곳(HF)에서 모델을 받게 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664208"/>
            <a:ext cx="365760" cy="365760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56632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표준 준수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호환 API로 애플리케이션 계층 마찰 제거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664208"/>
            <a:ext cx="365760" cy="365760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51392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이질 단계의 은닉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616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낯선 컴파일 단계를 사전 수행으로 감춘다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반도체 평가 체크리스트(HF 페이지에서 확인 가능한 항목)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furiosa-ai에서의 확인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커버리지·갱신 주기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Llama·Qwen·EXAONE·DeepSeek 4계열, v2025.2→v2026.1 주기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편의성·표준 호환성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컴파일 23종 + 1줄 서빙 + OpenAI 호환 API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 확장성·투명성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임베딩·리랭커·Coder·추론 계열 + 모델 트리·라이선스 승계 명시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AI 반도체 경쟁력 = 하드웨어 스펙 + 컴파일러 + 모델 커버리지 + API 호환성의 다층 구조다.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· 토론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주제(조별 10분 + 발표)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0253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종속성 논쟁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57600" y="1618488"/>
            <a:ext cx="7726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컴파일 아티팩트는 특정 SDK·하드웨어에 종속된다. 이 lock-in은 CUDA 종속과 본질적으로 같은가, 다른가? 개방성-편의성 트레이드오프를 논하라.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지정학 리스크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7726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포트폴리오에 미(Llama)·중(Qwen, DeepSeek)·한(EXAONE) 모델이 공존한다. 수출통제·모델 규제 강화 시 이 구성의 위험과 기회는 무엇인가.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690872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배포 후보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657600" y="4690872"/>
            <a:ext cx="7726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멀티모달(비전-언어) 모델이 아직 목록에 없다. RNGD가 멀티모달을 지원한다고 명시하는 점을 고려할 때, 다음 배포 후보와 그 근거(수요·메모리·서빙 복잡도)를 제안하라.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형식: 조별 결론 1문장 + 근거 2개. 정답이 아니라 논증의 구조를 평가한다.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다섯 문장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furiosa-ai HF 페이지의 23개 모델은 전량 RNGD 전용 사전 컴파일 배포다: 변환·양자화 없이 즉시 서빙.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8163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1635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포트폴리오는 미·중·한 지역 균형과 생성·코딩·추론·RAG 태스크 균형을 갖춘 기업용 풀스택 구성이다.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66674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36667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 FP8(약 32GB) 중심 라인업은 48GB HBM3 + FP8 512 TFLOPS라는 하드웨어 사양의 정량적 귀결이다.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5171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451713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호환 API는 애플리케이션 계층에서 GPU와 NPU의 구분을 지운다: base_url 교체가 전부다.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3675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53675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이 페이지는 "칩이 아니라 생태계를 판다"는 후발 AI 반도체 기업의 전략 문서로 읽어야 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페이지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566160" y="1554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https://huggingface.co/furiosa-ai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482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카드 예시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66160" y="20482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https://huggingface.co/furiosa-ai/EXAONE-4.0-32B-FP8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542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https://huggingface.co/furiosa-ai/Llama-3.1-8B-Instruct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개요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30358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https://developer.furiosa.ai/latest/en/overview/rngd.html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95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Furiosa-LLM 시작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35295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https://developer.furiosa.ai/latest/en/get_started/furiosa_llm.html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준비 워크플로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4023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https://developer.furiosa.ai/latest/en/furiosa_llm/model-preparation.html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171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모델 목록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451713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https://developer.furiosa.ai/latest/en/overview/supported_models.html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109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논문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5010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TCP: A Tensor Contraction Processor for AI Workloads, ISCA 2024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페이지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55046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https://furiosa.ai/rngd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자료의 페이지 현황 수치는 2026년 7월 조회 기준이며, 다운로드 수·모델 수는 시점에 따라 변동한다.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2026-07-14T07:23:21Z</dcterms:created>
  <dcterms:modified xsi:type="dcterms:W3CDTF">2026-07-14T07:23:21Z</dcterms:modified>
</cp:coreProperties>
</file>